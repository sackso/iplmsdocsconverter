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6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699DF6-1D10-419B-BA34-0C42B1EF3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A549B0-B142-4C4D-8AE4-AEC53FDCAE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1AA757-B369-4453-9403-910F1D541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E7304-88FF-475B-93C1-86701B6861E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96DE97-3FA2-4A8B-8DD9-3228A38BB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61954F-3D07-4AB9-8C05-BAE32F3BC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19BE-EB4B-47FD-BA33-4DC87B7562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31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A7673E-0902-4A12-9D6A-525D7F8C9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E5E350-A8B2-4684-BC05-B9FA959E3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A5D9C1-3F47-4A12-84C3-0BBB43B36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E7304-88FF-475B-93C1-86701B6861E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CED15B-776D-4562-97FF-7EADB9E8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EDA041-88D5-4FF2-A1F9-4FB467D54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19BE-EB4B-47FD-BA33-4DC87B7562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931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31CE49-6B5E-49F6-89BD-FAC429ADE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04AAEB-C6B0-48F9-A9C7-BDCEE3EB2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CC5810-F19B-4BB7-A0FB-DE2526792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E7304-88FF-475B-93C1-86701B6861E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593181-3107-4CD5-9087-BF6F78DB4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AFB19B-3BC2-4B3F-82FF-6E3B1CEB5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19BE-EB4B-47FD-BA33-4DC87B7562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331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E02A11-2A64-474A-AE62-DD78B07C3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E3EB5E-88B3-4502-B237-227088BD6E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73D38B5-36DA-441A-A447-65D4BA0E88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2E292F-C301-498F-B68C-E2CC90E89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E7304-88FF-475B-93C1-86701B6861E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471495-E1E6-4436-9A69-B150F2195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7B4E30-8FF7-450D-89F2-7C483027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19BE-EB4B-47FD-BA33-4DC87B7562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1017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0F859-BC24-49B3-BC3D-24D811AF4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CB06AD-24B1-45CD-B3FE-CCA1296FF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A7A67D-6D50-4970-9A49-EEB912C7D0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17D6187-2A1B-4D6F-883E-C2A1664803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AF783B4-5CA7-4935-BAB2-EBAD90F6EF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E918C4F-A121-4A10-8739-DABDE5D67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E7304-88FF-475B-93C1-86701B6861E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C26D423-F8F3-4950-89B7-2C440627E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82714BF-0F71-4133-B551-75EBAA92E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19BE-EB4B-47FD-BA33-4DC87B7562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4616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F14B28-6834-402E-928C-56AE703A3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A16C95-B5A8-4479-BAFD-A040493F0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E7304-88FF-475B-93C1-86701B6861E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0C8AB77-59DA-48FD-BFDD-62677C4B5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91CA7FE-FD15-499D-BB94-735EEE713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19BE-EB4B-47FD-BA33-4DC87B7562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582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BEECF72-7821-4FD3-A95E-DC2F0DFB9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E7304-88FF-475B-93C1-86701B6861E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01C9C1-CFE1-4AFC-9D09-CD179DED1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D3D34F-3708-432A-A838-D9BBAE19D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19BE-EB4B-47FD-BA33-4DC87B7562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708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5CC57-6BCF-49F7-8648-2055CA22D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6F20B1-8E7B-468B-93B1-D808E8BD9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25C3D2-10CC-4F9E-BBE8-15A96EB81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44CFBA-952D-41A0-AF53-F2EB74D38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E7304-88FF-475B-93C1-86701B6861E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AE64D1-657A-4285-B97F-E6CBD9E38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2F0ADC-3396-4794-8CF9-4BF9CF9B2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19BE-EB4B-47FD-BA33-4DC87B7562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02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487207-4D7E-40D3-9D6A-DC6E6B6C8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E4A05D0-D5E5-4449-A1A0-0B510D2018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BFAFD7-12DD-4E3A-9781-F6113FED7E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116E5A-B4F6-4063-80CC-C69D8115E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E7304-88FF-475B-93C1-86701B6861E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12BD0E-CF1B-4CC7-BFF7-E95AC2778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B10438-F484-43A2-8546-398178FD0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19BE-EB4B-47FD-BA33-4DC87B7562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686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2D793A-80F2-4EB4-AAEB-3233FEFF5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096D318-8EBA-4AB8-BFD9-8D2D1F4F0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A6D626-266B-4CC4-A511-110B98BB4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E7304-88FF-475B-93C1-86701B6861E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16AFF5-5675-409B-862B-6B194D58D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CC30C4-74F0-4C29-996E-14D737A5F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19BE-EB4B-47FD-BA33-4DC87B7562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003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373DA9C-18AB-4153-ADDB-4F9CD08464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AA9248A-F919-4646-A982-A7B6891FB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5A195E-FC7B-4C9C-AD3E-23CCA8B6A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E7304-88FF-475B-93C1-86701B6861E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60A4FD-2108-4E1F-AF81-5E0A3B998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D62AC9-9167-478C-8659-E3578B5D5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19BE-EB4B-47FD-BA33-4DC87B7562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2765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668FB43-603F-4405-8D83-2BAA5FFF7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C94D2A-E666-4A11-AE89-5C1434D2E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11A39E-87D0-47B0-90B7-46EFF1824D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9E7304-88FF-475B-93C1-86701B6861E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9D5B49-2189-4369-AB76-D120243712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AAA324-C2AE-47C2-8CE9-58B3A5AE33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119BE-EB4B-47FD-BA33-4DC87B7562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444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C11FE4-9617-44C0-AADB-FD354FFDBF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test</a:t>
            </a:r>
            <a:r>
              <a:rPr lang="ko-KR" altLang="en-US"/>
              <a:t>  </a:t>
            </a:r>
            <a:r>
              <a:rPr lang="en-US" altLang="ko-KR"/>
              <a:t>ppt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1D67E9E-3C51-4175-B195-285F1880C6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1587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test  ppt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 pppt</dc:title>
  <dc:creator>성호 박</dc:creator>
  <cp:lastModifiedBy>성호 박</cp:lastModifiedBy>
  <cp:revision>2</cp:revision>
  <dcterms:created xsi:type="dcterms:W3CDTF">2026-07-14T00:45:59Z</dcterms:created>
  <dcterms:modified xsi:type="dcterms:W3CDTF">2026-07-14T00:46:10Z</dcterms:modified>
</cp:coreProperties>
</file>